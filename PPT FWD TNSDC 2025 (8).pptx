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4" r:id="rId9"/>
    <p:sldId id="269" r:id="rId10"/>
    <p:sldId id="263" r:id="rId11"/>
    <p:sldId id="265" r:id="rId12"/>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830CC7-8040-4162-8342-BB180D82127D}" v="17" dt="2024-08-20T06:41:39.57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312" y="10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4B86612-B127-4CD0-BF15-66D49A7175F7}" type="datetimeFigureOut">
              <a:rPr lang="en-IN" smtClean="0"/>
              <a:t>12-09-2025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7F439ED-1E90-4106-847A-8EF19031FE2F}" type="slidenum">
              <a:rPr lang="en-IN" smtClean="0"/>
              <a:t>‹#›</a:t>
            </a:fld>
            <a:endParaRPr lang="en-IN"/>
          </a:p>
        </p:txBody>
      </p:sp>
    </p:spTree>
    <p:extLst>
      <p:ext uri="{BB962C8B-B14F-4D97-AF65-F5344CB8AC3E}">
        <p14:creationId xmlns:p14="http://schemas.microsoft.com/office/powerpoint/2010/main" val="2918557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439ED-1E90-4106-847A-8EF19031FE2F}" type="slidenum">
              <a:rPr lang="en-IN" smtClean="0"/>
              <a:t>1</a:t>
            </a:fld>
            <a:endParaRPr lang="en-IN"/>
          </a:p>
        </p:txBody>
      </p:sp>
    </p:spTree>
    <p:extLst>
      <p:ext uri="{BB962C8B-B14F-4D97-AF65-F5344CB8AC3E}">
        <p14:creationId xmlns:p14="http://schemas.microsoft.com/office/powerpoint/2010/main" val="404353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6299" y="9906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a:spLocks noGrp="1"/>
          </p:cNvSpPr>
          <p:nvPr>
            <p:ph type="ctrTitle"/>
          </p:nvPr>
        </p:nvSpPr>
        <p:spPr>
          <a:xfrm>
            <a:off x="1523999" y="19665"/>
            <a:ext cx="7629525" cy="1001556"/>
          </a:xfrm>
          <a:prstGeom prst="rect">
            <a:avLst/>
          </a:prstGeom>
        </p:spPr>
        <p:txBody>
          <a:bodyPr vert="horz" wrap="square" lIns="0" tIns="16510" rIns="0" bIns="0" rtlCol="0">
            <a:spAutoFit/>
          </a:bodyPr>
          <a:lstStyle/>
          <a:p>
            <a:pPr marL="3213735">
              <a:spcBef>
                <a:spcPts val="130"/>
              </a:spcBef>
            </a:pPr>
            <a:r>
              <a:rPr lang="en-US" b="1" i="0" dirty="0">
                <a:solidFill>
                  <a:srgbClr val="0F0F0F"/>
                </a:solidFill>
                <a:effectLst/>
                <a:latin typeface="Times New Roman" panose="02020603050405020304" pitchFamily="18" charset="0"/>
                <a:cs typeface="Times New Roman" panose="02020603050405020304" pitchFamily="18" charset="0"/>
              </a:rPr>
              <a:t>Digital Portfolio </a:t>
            </a:r>
            <a:r>
              <a:rPr lang="en-US" b="1" i="0" dirty="0">
                <a:solidFill>
                  <a:srgbClr val="0F0F0F"/>
                </a:solidFill>
                <a:effectLst/>
                <a:latin typeface="Roboto" panose="020F0502020204030204" pitchFamily="2" charset="0"/>
              </a:rPr>
              <a:t/>
            </a:r>
            <a:br>
              <a:rPr lang="en-US" b="1" i="0" dirty="0">
                <a:solidFill>
                  <a:srgbClr val="0F0F0F"/>
                </a:solidFill>
                <a:effectLst/>
                <a:latin typeface="Roboto" panose="020F0502020204030204" pitchFamily="2" charset="0"/>
              </a:rPr>
            </a:br>
            <a:endParaRPr spc="15" dirty="0"/>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1</a:t>
            </a:fld>
            <a:endParaRPr spc="10" dirty="0"/>
          </a:p>
        </p:txBody>
      </p:sp>
      <p:sp>
        <p:nvSpPr>
          <p:cNvPr id="14" name="TextBox 13">
            <a:extLst>
              <a:ext uri="{FF2B5EF4-FFF2-40B4-BE49-F238E27FC236}">
                <a16:creationId xmlns:a16="http://schemas.microsoft.com/office/drawing/2014/main" xmlns="" id="{D55ADE35-C35B-07C1-F5AA-C33B3DDB802E}"/>
              </a:ext>
            </a:extLst>
          </p:cNvPr>
          <p:cNvSpPr txBox="1"/>
          <p:nvPr/>
        </p:nvSpPr>
        <p:spPr>
          <a:xfrm>
            <a:off x="2554542" y="3314150"/>
            <a:ext cx="8610600" cy="2677656"/>
          </a:xfrm>
          <a:prstGeom prst="rect">
            <a:avLst/>
          </a:prstGeom>
          <a:noFill/>
        </p:spPr>
        <p:txBody>
          <a:bodyPr wrap="square" lIns="91440" tIns="45720" rIns="91440" bIns="45720" rtlCol="0" anchor="t">
            <a:spAutoFit/>
          </a:bodyPr>
          <a:lstStyle/>
          <a:p>
            <a:r>
              <a:rPr lang="en-US" sz="2400" dirty="0"/>
              <a:t>STUDENT </a:t>
            </a:r>
            <a:r>
              <a:rPr lang="en-US" sz="2400" dirty="0" err="1"/>
              <a:t>NAME:R.Kamali</a:t>
            </a:r>
            <a:r>
              <a:rPr lang="en-US" sz="2400" dirty="0"/>
              <a:t> </a:t>
            </a:r>
          </a:p>
          <a:p>
            <a:r>
              <a:rPr lang="en-US" sz="2400" dirty="0"/>
              <a:t>REGISTER NO AND NMID: autunm1667saz241667410</a:t>
            </a:r>
            <a:endParaRPr lang="en-US" sz="2400" dirty="0">
              <a:cs typeface="Calibri"/>
            </a:endParaRPr>
          </a:p>
          <a:p>
            <a:r>
              <a:rPr lang="en-US" sz="2400" dirty="0"/>
              <a:t>DEPARTMENT: B.C.A</a:t>
            </a:r>
          </a:p>
          <a:p>
            <a:r>
              <a:rPr lang="en-US" sz="2400" dirty="0"/>
              <a:t>COLLEGE:PONNUSAMY NADAR  COLLEGE OF ARTS AND SCIENCE UNIVERSITY: MADRAS UNIVERSITY</a:t>
            </a:r>
          </a:p>
          <a:p>
            <a:r>
              <a:rPr lang="en-US" sz="2400" dirty="0"/>
              <a:t>          </a:t>
            </a:r>
            <a:endParaRPr lang="en-IN" sz="2400" dirty="0"/>
          </a:p>
          <a:p>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729" y="-109537"/>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5" name="object 15"/>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7" name="object 17"/>
          <p:cNvSpPr txBox="1">
            <a:spLocks noGrp="1"/>
          </p:cNvSpPr>
          <p:nvPr>
            <p:ph type="title"/>
          </p:nvPr>
        </p:nvSpPr>
        <p:spPr>
          <a:xfrm>
            <a:off x="739775" y="829627"/>
            <a:ext cx="3909695" cy="678180"/>
          </a:xfrm>
          <a:prstGeom prst="rect">
            <a:avLst/>
          </a:prstGeom>
        </p:spPr>
        <p:txBody>
          <a:bodyPr vert="horz" wrap="square" lIns="0" tIns="16510" rIns="0" bIns="0" rtlCol="0">
            <a:spAutoFit/>
          </a:bodyPr>
          <a:lstStyle/>
          <a:p>
            <a:pPr marL="12700">
              <a:lnSpc>
                <a:spcPct val="100000"/>
              </a:lnSpc>
              <a:spcBef>
                <a:spcPts val="130"/>
              </a:spcBef>
            </a:pPr>
            <a:r>
              <a:rPr sz="4250" spc="5" dirty="0"/>
              <a:t>PROJECT</a:t>
            </a:r>
            <a:r>
              <a:rPr sz="4250" spc="-85" dirty="0"/>
              <a:t> </a:t>
            </a:r>
            <a:r>
              <a:rPr sz="4250" spc="25" dirty="0"/>
              <a:t>TITLE</a:t>
            </a:r>
            <a:endParaRPr sz="425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2</a:t>
            </a:fld>
            <a:endParaRPr spc="10" dirty="0"/>
          </a:p>
        </p:txBody>
      </p:sp>
      <p:sp>
        <p:nvSpPr>
          <p:cNvPr id="23" name="object 2"/>
          <p:cNvSpPr/>
          <p:nvPr/>
        </p:nvSpPr>
        <p:spPr>
          <a:xfrm flipV="1">
            <a:off x="2133600" y="13563600"/>
            <a:ext cx="12860977" cy="16002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r>
              <a:rPr lang="en-US" b="1" dirty="0">
                <a:solidFill>
                  <a:srgbClr val="0F0F0F"/>
                </a:solidFill>
                <a:latin typeface="Times New Roman" panose="02020603050405020304" pitchFamily="18" charset="0"/>
                <a:cs typeface="Times New Roman" panose="02020603050405020304" pitchFamily="18" charset="0"/>
              </a:rPr>
              <a:t>Digital Portfolio</a:t>
            </a:r>
            <a:endParaRPr dirty="0">
              <a:latin typeface="Times New Roman" panose="02020603050405020304" pitchFamily="18" charset="0"/>
              <a:cs typeface="Times New Roman" panose="02020603050405020304" pitchFamily="18" charset="0"/>
            </a:endParaRPr>
          </a:p>
        </p:txBody>
      </p:sp>
      <p:sp>
        <p:nvSpPr>
          <p:cNvPr id="24" name="TextBox 23"/>
          <p:cNvSpPr txBox="1"/>
          <p:nvPr/>
        </p:nvSpPr>
        <p:spPr>
          <a:xfrm>
            <a:off x="1621979" y="2951946"/>
            <a:ext cx="4652329" cy="1077218"/>
          </a:xfrm>
          <a:prstGeom prst="rect">
            <a:avLst/>
          </a:prstGeom>
          <a:noFill/>
        </p:spPr>
        <p:txBody>
          <a:bodyPr wrap="square" rtlCol="0">
            <a:spAutoFit/>
          </a:bodyPr>
          <a:lstStyle/>
          <a:p>
            <a:r>
              <a:rPr lang="en-US" sz="3200" b="1" dirty="0">
                <a:solidFill>
                  <a:srgbClr val="0F0F0F"/>
                </a:solidFill>
                <a:latin typeface="Times New Roman" panose="02020603050405020304" pitchFamily="18" charset="0"/>
                <a:cs typeface="Times New Roman" panose="02020603050405020304" pitchFamily="18" charset="0"/>
              </a:rPr>
              <a:t>Digital Portfolio </a:t>
            </a:r>
            <a:r>
              <a:rPr lang="en-US" sz="3200" b="1" dirty="0">
                <a:solidFill>
                  <a:srgbClr val="0F0F0F"/>
                </a:solidFill>
                <a:latin typeface="Roboto" panose="020F0502020204030204" pitchFamily="2" charset="0"/>
              </a:rPr>
              <a:t/>
            </a:r>
            <a:br>
              <a:rPr lang="en-US" sz="3200" b="1" dirty="0">
                <a:solidFill>
                  <a:srgbClr val="0F0F0F"/>
                </a:solidFill>
                <a:latin typeface="Roboto" panose="020F0502020204030204" pitchFamily="2" charset="0"/>
              </a:rPr>
            </a:br>
            <a:endParaRPr lang="en-IN"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6200" y="28579"/>
            <a:ext cx="12481713"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3</a:t>
            </a:fld>
            <a:endParaRPr spc="10" dirty="0"/>
          </a:p>
        </p:txBody>
      </p:sp>
      <p:sp>
        <p:nvSpPr>
          <p:cNvPr id="23" name="TextBox 22">
            <a:extLst>
              <a:ext uri="{FF2B5EF4-FFF2-40B4-BE49-F238E27FC236}">
                <a16:creationId xmlns:a16="http://schemas.microsoft.com/office/drawing/2014/main" xmlns="" id="{D0827FA3-A9D4-0FE5-45BE-664C8C920E82}"/>
              </a:ext>
            </a:extLst>
          </p:cNvPr>
          <p:cNvSpPr txBox="1"/>
          <p:nvPr/>
        </p:nvSpPr>
        <p:spPr>
          <a:xfrm>
            <a:off x="2509807" y="1041533"/>
            <a:ext cx="5029200" cy="4832092"/>
          </a:xfrm>
          <a:prstGeom prst="rect">
            <a:avLst/>
          </a:prstGeom>
          <a:noFill/>
        </p:spPr>
        <p:txBody>
          <a:bodyPr wrap="square" rtlCol="0">
            <a:spAutoFit/>
          </a:bodyPr>
          <a:lstStyle/>
          <a:p>
            <a:pPr algn="l"/>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Tools and Technologies</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Portfolio design and Layout</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Features and Functionality</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Results and </a:t>
            </a:r>
            <a:r>
              <a:rPr lang="en-US" sz="2800" dirty="0">
                <a:solidFill>
                  <a:srgbClr val="0D0D0D"/>
                </a:solidFill>
                <a:latin typeface="Times New Roman" panose="02020603050405020304" pitchFamily="18" charset="0"/>
                <a:cs typeface="Times New Roman" panose="02020603050405020304" pitchFamily="18" charset="0"/>
              </a:rPr>
              <a:t>Screenshots</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Conclusion</a:t>
            </a:r>
          </a:p>
          <a:p>
            <a:pPr algn="l">
              <a:buFont typeface="+mj-lt"/>
              <a:buAutoNum type="arabicPeriod"/>
            </a:pPr>
            <a:r>
              <a:rPr lang="en-US" sz="2800" dirty="0" err="1">
                <a:solidFill>
                  <a:srgbClr val="0D0D0D"/>
                </a:solidFill>
                <a:latin typeface="Times New Roman" panose="02020603050405020304" pitchFamily="18" charset="0"/>
                <a:cs typeface="Times New Roman" panose="02020603050405020304" pitchFamily="18" charset="0"/>
              </a:rPr>
              <a:t>Github</a:t>
            </a:r>
            <a:r>
              <a:rPr lang="en-US" sz="2800" dirty="0">
                <a:solidFill>
                  <a:srgbClr val="0D0D0D"/>
                </a:solidFill>
                <a:latin typeface="Times New Roman" panose="02020603050405020304" pitchFamily="18" charset="0"/>
                <a:cs typeface="Times New Roman" panose="02020603050405020304" pitchFamily="18" charset="0"/>
              </a:rPr>
              <a:t> Link</a:t>
            </a: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38033" y="3419654"/>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834072" y="575055"/>
            <a:ext cx="5636895" cy="678180"/>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20" dirty="0"/>
              <a:t>P</a:t>
            </a:r>
            <a:r>
              <a:rPr sz="4250" spc="15" dirty="0"/>
              <a:t>ROB</a:t>
            </a:r>
            <a:r>
              <a:rPr sz="4250" spc="55" dirty="0"/>
              <a:t>L</a:t>
            </a:r>
            <a:r>
              <a:rPr sz="4250" spc="-20" dirty="0"/>
              <a:t>E</a:t>
            </a:r>
            <a:r>
              <a:rPr sz="4250" spc="20" dirty="0"/>
              <a:t>M</a:t>
            </a:r>
            <a:r>
              <a:rPr sz="4250" dirty="0"/>
              <a:t>	</a:t>
            </a:r>
            <a:r>
              <a:rPr sz="4250" spc="10" dirty="0"/>
              <a:t>S</a:t>
            </a:r>
            <a:r>
              <a:rPr sz="4250" spc="-370" dirty="0"/>
              <a:t>T</a:t>
            </a:r>
            <a:r>
              <a:rPr sz="4250" spc="-375" dirty="0"/>
              <a:t>A</a:t>
            </a:r>
            <a:r>
              <a:rPr sz="4250" spc="15" dirty="0"/>
              <a:t>T</a:t>
            </a:r>
            <a:r>
              <a:rPr sz="4250" spc="-10" dirty="0"/>
              <a:t>E</a:t>
            </a:r>
            <a:r>
              <a:rPr sz="4250" spc="-20" dirty="0"/>
              <a:t>ME</a:t>
            </a:r>
            <a:r>
              <a:rPr sz="4250" spc="10" dirty="0"/>
              <a:t>NT</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4</a:t>
            </a:fld>
            <a:endParaRPr spc="10" dirty="0"/>
          </a:p>
        </p:txBody>
      </p:sp>
      <p:sp>
        <p:nvSpPr>
          <p:cNvPr id="11" name="Rectangle 10"/>
          <p:cNvSpPr/>
          <p:nvPr/>
        </p:nvSpPr>
        <p:spPr>
          <a:xfrm>
            <a:off x="1295400" y="2403991"/>
            <a:ext cx="6096000" cy="2031325"/>
          </a:xfrm>
          <a:prstGeom prst="rect">
            <a:avLst/>
          </a:prstGeom>
        </p:spPr>
        <p:txBody>
          <a:bodyPr>
            <a:spAutoFit/>
          </a:bodyPr>
          <a:lstStyle/>
          <a:p>
            <a:r>
              <a:rPr lang="en-US" dirty="0"/>
              <a:t>In today’s digital world, professionals and students, especially in technical fields like cybersecurity, need a platform to effectively present their skills, achievements, and experiences. Most social media platforms and traditional job boards don’t provide an ideal space for individuals to showcase their complete professional identity in a structured, personalized manner.</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739775" y="829627"/>
            <a:ext cx="5263515" cy="678180"/>
          </a:xfrm>
          <a:prstGeom prst="rect">
            <a:avLst/>
          </a:prstGeom>
        </p:spPr>
        <p:txBody>
          <a:bodyPr vert="horz" wrap="square" lIns="0" tIns="16510" rIns="0" bIns="0" rtlCol="0">
            <a:spAutoFit/>
          </a:bodyPr>
          <a:lstStyle/>
          <a:p>
            <a:pPr marL="12700">
              <a:lnSpc>
                <a:spcPct val="100000"/>
              </a:lnSpc>
              <a:spcBef>
                <a:spcPts val="130"/>
              </a:spcBef>
              <a:tabLst>
                <a:tab pos="2642870" algn="l"/>
              </a:tabLst>
            </a:pPr>
            <a:r>
              <a:rPr sz="4250" spc="5" dirty="0"/>
              <a:t>PROJECT	</a:t>
            </a:r>
            <a:r>
              <a:rPr sz="4250" spc="-20" dirty="0"/>
              <a:t>OVERVIEW</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5</a:t>
            </a:fld>
            <a:endParaRPr spc="10" dirty="0"/>
          </a:p>
        </p:txBody>
      </p:sp>
      <p:sp>
        <p:nvSpPr>
          <p:cNvPr id="9" name="Rectangle 1"/>
          <p:cNvSpPr>
            <a:spLocks noChangeArrowheads="1"/>
          </p:cNvSpPr>
          <p:nvPr/>
        </p:nvSpPr>
        <p:spPr bwMode="auto">
          <a:xfrm>
            <a:off x="676275" y="3133636"/>
            <a:ext cx="823334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Title:</a:t>
            </a:r>
            <a:r>
              <a:rPr kumimoji="0" lang="en-US" altLang="en-US" sz="1800" b="0" i="0" u="none" strike="noStrike" cap="none" normalizeH="0" baseline="0" dirty="0" smtClean="0">
                <a:ln>
                  <a:noFill/>
                </a:ln>
                <a:solidFill>
                  <a:schemeClr val="tx1"/>
                </a:solidFill>
                <a:effectLst/>
                <a:latin typeface="Arial" panose="020B0604020202020204" pitchFamily="34" charset="0"/>
              </a:rPr>
              <a:t> Project Overview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Content:</a:t>
            </a:r>
            <a:r>
              <a:rPr kumimoji="0" lang="en-US" altLang="en-US" sz="1800" b="0" i="0" u="none" strike="noStrike" cap="none" normalizeH="0" baseline="0" dirty="0" smtClean="0">
                <a:ln>
                  <a:noFill/>
                </a:ln>
                <a:solidFill>
                  <a:schemeClr val="tx1"/>
                </a:solidFill>
                <a:effectLst/>
                <a:latin typeface="Arial" panose="020B0604020202020204" pitchFamily="34" charset="0"/>
              </a:rPr>
              <a:t> Brief introduction to your portfolio project.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Mention that it's a personal portfolio website designed to showcase your skills,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education, and contact information, with an emphasis on cybersecurity.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xfrm>
            <a:off x="699452" y="891793"/>
            <a:ext cx="5014595" cy="518159"/>
          </a:xfrm>
          <a:prstGeom prst="rect">
            <a:avLst/>
          </a:prstGeom>
        </p:spPr>
        <p:txBody>
          <a:bodyPr vert="horz" wrap="square" lIns="0" tIns="16510" rIns="0" bIns="0" rtlCol="0">
            <a:spAutoFit/>
          </a:bodyPr>
          <a:lstStyle/>
          <a:p>
            <a:pPr marL="12700">
              <a:lnSpc>
                <a:spcPct val="100000"/>
              </a:lnSpc>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endParaRPr sz="3200"/>
          </a:p>
        </p:txBody>
      </p:sp>
      <p:pic>
        <p:nvPicPr>
          <p:cNvPr id="6" name="object 6"/>
          <p:cNvPicPr/>
          <p:nvPr/>
        </p:nvPicPr>
        <p:blipFill>
          <a:blip r:embed="rId2" cstate="print"/>
          <a:stretch>
            <a:fillRect/>
          </a:stretch>
        </p:blipFill>
        <p:spPr>
          <a:xfrm>
            <a:off x="723900" y="6172200"/>
            <a:ext cx="2181225" cy="485775"/>
          </a:xfrm>
          <a:prstGeom prst="rect">
            <a:avLst/>
          </a:prstGeom>
        </p:spPr>
      </p:pic>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6</a:t>
            </a:fld>
            <a:endParaRPr spc="10" dirty="0"/>
          </a:p>
        </p:txBody>
      </p:sp>
      <p:sp>
        <p:nvSpPr>
          <p:cNvPr id="7" name="Rectangle 6"/>
          <p:cNvSpPr/>
          <p:nvPr/>
        </p:nvSpPr>
        <p:spPr>
          <a:xfrm>
            <a:off x="975792" y="2913913"/>
            <a:ext cx="6096000" cy="1754326"/>
          </a:xfrm>
          <a:prstGeom prst="rect">
            <a:avLst/>
          </a:prstGeom>
        </p:spPr>
        <p:txBody>
          <a:bodyPr>
            <a:spAutoFit/>
          </a:bodyPr>
          <a:lstStyle/>
          <a:p>
            <a:pPr>
              <a:buFont typeface="Arial" panose="020B0604020202020204" pitchFamily="34" charset="0"/>
              <a:buChar char="•"/>
            </a:pPr>
            <a:r>
              <a:rPr lang="en-US" dirty="0"/>
              <a:t>The target audience of your portfolio might include:</a:t>
            </a:r>
          </a:p>
          <a:p>
            <a:pPr marL="742950" lvl="1" indent="-285750">
              <a:buFont typeface="Arial" panose="020B0604020202020204" pitchFamily="34" charset="0"/>
              <a:buChar char="•"/>
            </a:pPr>
            <a:r>
              <a:rPr lang="en-US" dirty="0"/>
              <a:t>Potential employers</a:t>
            </a:r>
          </a:p>
          <a:p>
            <a:pPr marL="742950" lvl="1" indent="-285750">
              <a:buFont typeface="Arial" panose="020B0604020202020204" pitchFamily="34" charset="0"/>
              <a:buChar char="•"/>
            </a:pPr>
            <a:r>
              <a:rPr lang="en-US" dirty="0"/>
              <a:t>Fellow students/peers</a:t>
            </a:r>
          </a:p>
          <a:p>
            <a:pPr marL="742950" lvl="1" indent="-285750">
              <a:buFont typeface="Arial" panose="020B0604020202020204" pitchFamily="34" charset="0"/>
              <a:buChar char="•"/>
            </a:pPr>
            <a:r>
              <a:rPr lang="en-US" dirty="0"/>
              <a:t>Anyone interested in your work in cybersecurity and tech</a:t>
            </a:r>
          </a:p>
          <a:p>
            <a:endParaRPr lang="en-US"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558165" y="857885"/>
            <a:ext cx="9763125" cy="575310"/>
          </a:xfrm>
          <a:prstGeom prst="rect">
            <a:avLst/>
          </a:prstGeom>
        </p:spPr>
        <p:txBody>
          <a:bodyPr vert="horz" wrap="square" lIns="0" tIns="13335" rIns="0" bIns="0" rtlCol="0">
            <a:spAutoFit/>
          </a:bodyPr>
          <a:lstStyle/>
          <a:p>
            <a:pPr marL="12700">
              <a:lnSpc>
                <a:spcPct val="100000"/>
              </a:lnSpc>
              <a:spcBef>
                <a:spcPts val="105"/>
              </a:spcBef>
            </a:pPr>
            <a:r>
              <a:rPr lang="en-IN" sz="3600" spc="10" dirty="0"/>
              <a:t>TOOLS AND TECHNIQUES</a:t>
            </a:r>
            <a:endParaRPr sz="3600" dirty="0"/>
          </a:p>
        </p:txBody>
      </p:sp>
      <p:pic>
        <p:nvPicPr>
          <p:cNvPr id="7" name="object 7"/>
          <p:cNvPicPr/>
          <p:nvPr/>
        </p:nvPicPr>
        <p:blipFill>
          <a:blip r:embed="rId3" cstate="print"/>
          <a:stretch>
            <a:fillRect/>
          </a:stretch>
        </p:blipFill>
        <p:spPr>
          <a:xfrm>
            <a:off x="676275" y="6467475"/>
            <a:ext cx="2143125" cy="200025"/>
          </a:xfrm>
          <a:prstGeom prst="rect">
            <a:avLst/>
          </a:prstGeom>
        </p:spPr>
      </p:pic>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7</a:t>
            </a:fld>
            <a:endParaRPr spc="10" dirty="0"/>
          </a:p>
        </p:txBody>
      </p:sp>
      <p:sp>
        <p:nvSpPr>
          <p:cNvPr id="8" name="Rectangle 1"/>
          <p:cNvSpPr>
            <a:spLocks noChangeArrowheads="1"/>
          </p:cNvSpPr>
          <p:nvPr/>
        </p:nvSpPr>
        <p:spPr bwMode="auto">
          <a:xfrm>
            <a:off x="3048000" y="3657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HTML, CSS for front-end development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JavaScript for interactivity (e.g., hamburger menu functionality)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Optional: Any frameworks or libraries you may have used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8</a:t>
            </a:fld>
            <a:endParaRPr sz="1100">
              <a:latin typeface="Trebuchet MS"/>
              <a:cs typeface="Trebuchet MS"/>
            </a:endParaRPr>
          </a:p>
        </p:txBody>
      </p:sp>
      <p:sp>
        <p:nvSpPr>
          <p:cNvPr id="8" name="object 8"/>
          <p:cNvSpPr txBox="1"/>
          <p:nvPr/>
        </p:nvSpPr>
        <p:spPr>
          <a:xfrm>
            <a:off x="739775" y="291147"/>
            <a:ext cx="8794750" cy="629018"/>
          </a:xfrm>
          <a:prstGeom prst="rect">
            <a:avLst/>
          </a:prstGeom>
        </p:spPr>
        <p:txBody>
          <a:bodyPr vert="horz" wrap="square" lIns="0" tIns="13335" rIns="0" bIns="0" rtlCol="0">
            <a:spAutoFit/>
          </a:bodyPr>
          <a:lstStyle/>
          <a:p>
            <a:pPr marL="12700">
              <a:lnSpc>
                <a:spcPct val="100000"/>
              </a:lnSpc>
              <a:spcBef>
                <a:spcPts val="105"/>
              </a:spcBef>
            </a:pPr>
            <a:r>
              <a:rPr lang="en-IN" sz="4000" b="1" spc="15" dirty="0">
                <a:latin typeface="Trebuchet MS"/>
                <a:cs typeface="Trebuchet MS"/>
              </a:rPr>
              <a:t>POTFOLIO DESIGN AND LAYOUT</a:t>
            </a:r>
            <a:endParaRPr sz="4000" dirty="0">
              <a:latin typeface="Trebuchet MS"/>
              <a:cs typeface="Trebuchet MS"/>
            </a:endParaRPr>
          </a:p>
        </p:txBody>
      </p:sp>
      <p:sp>
        <p:nvSpPr>
          <p:cNvPr id="14" name="object 3"/>
          <p:cNvSpPr/>
          <p:nvPr/>
        </p:nvSpPr>
        <p:spPr>
          <a:xfrm>
            <a:off x="10058400" y="525141"/>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2" name="Rectangle 1"/>
          <p:cNvSpPr>
            <a:spLocks noChangeArrowheads="1"/>
          </p:cNvSpPr>
          <p:nvPr/>
        </p:nvSpPr>
        <p:spPr bwMode="auto">
          <a:xfrm>
            <a:off x="914400" y="3276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Simple and clean design with a focus on content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Easy-to-navigate sections (Home, About, Education, Contact)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Responsive design to ensure it looks good on both desktop and mobile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06195E-16D6-79D8-7A9F-F8EB1FE9E212}"/>
              </a:ext>
            </a:extLst>
          </p:cNvPr>
          <p:cNvSpPr>
            <a:spLocks noGrp="1"/>
          </p:cNvSpPr>
          <p:nvPr>
            <p:ph type="title"/>
          </p:nvPr>
        </p:nvSpPr>
        <p:spPr>
          <a:xfrm>
            <a:off x="762000" y="381000"/>
            <a:ext cx="10681335" cy="758190"/>
          </a:xfrm>
        </p:spPr>
        <p:txBody>
          <a:bodyPr/>
          <a:lstStyle/>
          <a:p>
            <a:r>
              <a:rPr lang="en-IN" dirty="0"/>
              <a:t>FEATURES AND FUNCTIONALITY</a:t>
            </a:r>
          </a:p>
        </p:txBody>
      </p:sp>
      <p:sp>
        <p:nvSpPr>
          <p:cNvPr id="3" name="Rectangle 1"/>
          <p:cNvSpPr>
            <a:spLocks noChangeArrowheads="1"/>
          </p:cNvSpPr>
          <p:nvPr/>
        </p:nvSpPr>
        <p:spPr bwMode="auto">
          <a:xfrm>
            <a:off x="121920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Interactive </a:t>
            </a:r>
            <a:r>
              <a:rPr kumimoji="0" lang="en-US" altLang="en-US" sz="1800" b="0" i="0" u="none" strike="noStrike" cap="none" normalizeH="0" baseline="0" dirty="0" err="1" smtClean="0">
                <a:ln>
                  <a:noFill/>
                </a:ln>
                <a:solidFill>
                  <a:schemeClr val="tx1"/>
                </a:solidFill>
                <a:effectLst/>
                <a:latin typeface="Arial" panose="020B0604020202020204" pitchFamily="34" charset="0"/>
              </a:rPr>
              <a:t>Navbar</a:t>
            </a:r>
            <a:r>
              <a:rPr kumimoji="0" lang="en-US" altLang="en-US" sz="1800" b="0" i="0" u="none" strike="noStrike" cap="none" normalizeH="0" baseline="0" dirty="0" smtClean="0">
                <a:ln>
                  <a:noFill/>
                </a:ln>
                <a:solidFill>
                  <a:schemeClr val="tx1"/>
                </a:solidFill>
                <a:effectLst/>
                <a:latin typeface="Arial" panose="020B0604020202020204" pitchFamily="34" charset="0"/>
              </a:rPr>
              <a:t> with responsive design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Sections for Home, About, Education, and Contact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Contact form for users to reach you</a:t>
            </a:r>
          </a:p>
        </p:txBody>
      </p:sp>
    </p:spTree>
    <p:extLst>
      <p:ext uri="{BB962C8B-B14F-4D97-AF65-F5344CB8AC3E}">
        <p14:creationId xmlns:p14="http://schemas.microsoft.com/office/powerpoint/2010/main" val="2720660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xfrm>
            <a:off x="739775" y="654938"/>
            <a:ext cx="8480425" cy="670696"/>
          </a:xfrm>
          <a:prstGeom prst="rect">
            <a:avLst/>
          </a:prstGeom>
        </p:spPr>
        <p:txBody>
          <a:bodyPr vert="horz" wrap="square" lIns="0" tIns="16510" rIns="0" bIns="0" rtlCol="0">
            <a:spAutoFit/>
          </a:bodyPr>
          <a:lstStyle/>
          <a:p>
            <a:pPr marL="12700">
              <a:lnSpc>
                <a:spcPct val="100000"/>
              </a:lnSpc>
              <a:spcBef>
                <a:spcPts val="130"/>
              </a:spcBef>
            </a:pPr>
            <a:r>
              <a:rPr lang="en-IN" sz="4250" spc="15" dirty="0"/>
              <a:t>RESULTS AND SCREENSHOTS</a:t>
            </a:r>
            <a:endParaRPr sz="4250" dirty="0"/>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10</a:t>
            </a:fld>
            <a:endParaRPr sz="1100">
              <a:latin typeface="Trebuchet MS"/>
              <a:cs typeface="Trebuchet MS"/>
            </a:endParaRPr>
          </a:p>
        </p:txBody>
      </p:sp>
      <p:sp>
        <p:nvSpPr>
          <p:cNvPr id="9" name="TextBox 8">
            <a:extLst>
              <a:ext uri="{FF2B5EF4-FFF2-40B4-BE49-F238E27FC236}">
                <a16:creationId xmlns:a16="http://schemas.microsoft.com/office/drawing/2014/main" xmlns="" id="{FAD9CEB2-36E1-0550-426B-2FAF97882044}"/>
              </a:ext>
            </a:extLst>
          </p:cNvPr>
          <p:cNvSpPr txBox="1"/>
          <p:nvPr/>
        </p:nvSpPr>
        <p:spPr>
          <a:xfrm>
            <a:off x="2743200" y="2354703"/>
            <a:ext cx="8534018" cy="954107"/>
          </a:xfrm>
          <a:prstGeom prst="rect">
            <a:avLst/>
          </a:prstGeom>
          <a:noFill/>
        </p:spPr>
        <p:txBody>
          <a:bodyPr wrap="square" rtlCol="0">
            <a:spAutoFit/>
          </a:bodyPr>
          <a:lstStyle/>
          <a:p>
            <a:pPr algn="l">
              <a:buFont typeface="Arial" panose="020B0604020202020204" pitchFamily="34" charset="0"/>
              <a:buChar char="•"/>
            </a:pP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
        <p:nvSpPr>
          <p:cNvPr id="10" name="Rectangle 9"/>
          <p:cNvSpPr/>
          <p:nvPr/>
        </p:nvSpPr>
        <p:spPr>
          <a:xfrm>
            <a:off x="3048000" y="2967335"/>
            <a:ext cx="6096000" cy="923330"/>
          </a:xfrm>
          <a:prstGeom prst="rect">
            <a:avLst/>
          </a:prstGeom>
        </p:spPr>
        <p:txBody>
          <a:bodyPr>
            <a:spAutoFit/>
          </a:bodyPr>
          <a:lstStyle/>
          <a:p>
            <a:r>
              <a:rPr lang="en-US" b="1" dirty="0"/>
              <a:t>Content:</a:t>
            </a:r>
            <a:r>
              <a:rPr lang="en-US" dirty="0"/>
              <a:t> Include screenshots of the live portfolio website, showing various sections and their responsiveness on different devices.</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xfrm>
            <a:off x="755332" y="385444"/>
            <a:ext cx="4578668" cy="752129"/>
          </a:xfrm>
          <a:prstGeom prst="rect">
            <a:avLst/>
          </a:prstGeom>
        </p:spPr>
        <p:txBody>
          <a:bodyPr vert="horz" wrap="square" lIns="0" tIns="13335" rIns="0" bIns="0" rtlCol="0">
            <a:spAutoFit/>
          </a:bodyPr>
          <a:lstStyle/>
          <a:p>
            <a:pPr marL="12700">
              <a:lnSpc>
                <a:spcPct val="100000"/>
              </a:lnSpc>
              <a:spcBef>
                <a:spcPts val="105"/>
              </a:spcBef>
            </a:pPr>
            <a:r>
              <a:rPr lang="en-IN" dirty="0"/>
              <a:t>CONCLUSION</a:t>
            </a:r>
            <a:endParaRPr dirty="0"/>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11</a:t>
            </a:fld>
            <a:endParaRPr sz="1100">
              <a:latin typeface="Trebuchet MS"/>
              <a:cs typeface="Trebuchet MS"/>
            </a:endParaRPr>
          </a:p>
        </p:txBody>
      </p:sp>
      <p:sp>
        <p:nvSpPr>
          <p:cNvPr id="2" name="Rectangle 1"/>
          <p:cNvSpPr>
            <a:spLocks noChangeArrowheads="1"/>
          </p:cNvSpPr>
          <p:nvPr/>
        </p:nvSpPr>
        <p:spPr bwMode="auto">
          <a:xfrm>
            <a:off x="1371600" y="3429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Summarize the key features of your portfolio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Mention how it reflects your skills and interests in cybersecurity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346</TotalTime>
  <Words>329</Words>
  <Application>Microsoft Office PowerPoint</Application>
  <PresentationFormat>Widescreen</PresentationFormat>
  <Paragraphs>62</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Roboto</vt:lpstr>
      <vt:lpstr>Times New Roman</vt:lpstr>
      <vt:lpstr>Trebuchet MS</vt:lpstr>
      <vt:lpstr>Office Theme</vt:lpstr>
      <vt:lpstr>Digital Portfolio  </vt:lpstr>
      <vt:lpstr>PROJECT TITLE</vt:lpstr>
      <vt:lpstr>AGENDA</vt:lpstr>
      <vt:lpstr>PROBLEM STATEMENT</vt:lpstr>
      <vt:lpstr>PROJECT OVERVIEW</vt:lpstr>
      <vt:lpstr>WHO ARE THE END USERS?</vt:lpstr>
      <vt:lpstr>TOOLS AND TECHNIQUES</vt:lpstr>
      <vt:lpstr>PowerPoint Presentation</vt:lpstr>
      <vt:lpstr>FEATURES AND FUNCTIONALITY</vt:lpstr>
      <vt:lpstr>RESULTS AND SCREENSHOTS</vt:lpstr>
      <vt:lpstr>CONCLUSION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Mask Detection using Convolutional Neural Network (CNN)  </dc:title>
  <dc:creator>Konduru Narasimha</dc:creator>
  <cp:lastModifiedBy>LAB 3</cp:lastModifiedBy>
  <cp:revision>24</cp:revision>
  <dcterms:created xsi:type="dcterms:W3CDTF">2024-03-29T15:07:22Z</dcterms:created>
  <dcterms:modified xsi:type="dcterms:W3CDTF">2025-09-12T06:37:26Z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ies>
</file>